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Parent–University Engagement &amp; Feedback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AI-enabled feedback intake, triage, and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Fragmented channels</a:t>
            </a:r>
          </a:p>
          <a:p>
            <a:pPr>
              <a:defRPr sz="2000"/>
            </a:pPr>
            <a:r>
              <a:t>need centralized triage and routing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Portal + API</a:t>
            </a:r>
          </a:p>
          <a:p>
            <a:pPr>
              <a:defRPr sz="2000"/>
            </a:pPr>
            <a:r>
              <a:t>auto sentiment/category/priority</a:t>
            </a:r>
          </a:p>
          <a:p>
            <a:pPr>
              <a:defRPr sz="2000"/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→ Services → DB</a:t>
            </a:r>
          </a:p>
          <a:p>
            <a:pPr>
              <a:defRPr sz="2000"/>
            </a:pPr>
            <a:r>
              <a:t>UI templates</a:t>
            </a:r>
          </a:p>
          <a:p>
            <a:pPr>
              <a:defRPr sz="2000"/>
            </a:pPr>
            <a:r>
              <a:t>REST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Feedback fields + Department seeding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Rules + TextBlob</a:t>
            </a:r>
          </a:p>
          <a:p>
            <a:pPr>
              <a:defRPr sz="2000"/>
            </a:pPr>
            <a:r>
              <a:t>keywords + fuzzy</a:t>
            </a:r>
          </a:p>
          <a:p>
            <a:pPr>
              <a:defRPr sz="2000"/>
            </a:pPr>
            <a:r>
              <a:t>urgency cues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LangChain RunnableParallel for sentiment/category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POST/GET feedback</a:t>
            </a:r>
          </a:p>
          <a:p>
            <a:pPr>
              <a:defRPr sz="2000"/>
            </a:pPr>
            <a:r>
              <a:t>GET departments</a:t>
            </a:r>
          </a:p>
          <a:p>
            <a:pPr>
              <a:defRPr sz="2000"/>
            </a:pPr>
            <a:r>
              <a:t>Swagger at 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UI &amp;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Form + results</a:t>
            </a:r>
          </a:p>
          <a:p>
            <a:pPr>
              <a:defRPr sz="2000"/>
            </a:pPr>
            <a:r>
              <a:t>filters</a:t>
            </a:r>
          </a:p>
          <a:p>
            <a:pPr>
              <a:defRPr sz="2000"/>
            </a:pPr>
            <a:r>
              <a:t>status</a:t>
            </a:r>
          </a:p>
          <a:p>
            <a:pPr>
              <a:defRPr sz="2000"/>
            </a:pPr>
            <a:r>
              <a:t>CSV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Submit → triage → filter → update status →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Env vars</a:t>
            </a:r>
          </a:p>
          <a:p>
            <a:pPr>
              <a:defRPr sz="2000"/>
            </a:pPr>
            <a:r>
              <a:t>uvicorn</a:t>
            </a:r>
          </a:p>
          <a:p>
            <a:pPr>
              <a:defRPr sz="2000"/>
            </a:pPr>
            <a:r>
              <a:t>Docker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Tests</a:t>
            </a:r>
          </a:p>
          <a:p>
            <a:pPr>
              <a:defRPr sz="2000"/>
            </a:pPr>
            <a:r>
              <a:t>security</a:t>
            </a:r>
          </a:p>
          <a:p>
            <a:pPr>
              <a:defRPr sz="2000"/>
            </a:pPr>
            <a:r>
              <a:t>LLM routing</a:t>
            </a:r>
          </a:p>
          <a:p>
            <a:pPr>
              <a:defRPr sz="2000"/>
            </a:pPr>
            <a:r>
              <a:t>RBAC</a:t>
            </a:r>
          </a:p>
          <a:p>
            <a:pPr>
              <a:defRPr sz="2000"/>
            </a:pPr>
            <a:r>
              <a:t>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Extensible, LLM-ready foundation with clear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